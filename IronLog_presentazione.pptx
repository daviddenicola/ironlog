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apertura: nome del progetto, promessa in una riga e inquadramento come progetto formativo.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confronto problema/soluzione: la differenza non è registrare i dati, ma farci qualcosa.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ruoli con viste completamente diverse, protetti anche lato frontend da authGuard e coachGuard.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 i 25 kg il 2,5% non basta a superare l'arrotondamento: in quel caso si sale comunque di un disco pieno, così la progressione non resta bloccata.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dashboard è la prima schermata dopo il login: risponde a “come sto andando” e “cosa faccio oggi”.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qui si capisce dove vive il risultato dell'algoritmo: la riga di scheda porta con sé peso attuale e sedute fallite.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schermate mobile mostrano il caso d'uso reale: registrare le serie tra un esercizio e l'altro.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statistiche sono l'altra metà del progetto: la progressione agisce, le statistiche spiegano.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legame atleta-coach è una self-reference sulla tabella utente.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Credenziali, segreto JWT e origini CORS sono variabili d'ambiente: nel repository non c'è nessun segreto.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Chart.js e Bootstrap Icons sono le uniche librerie fuori programma, scelte consapevolmente.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la frase riassume la promessa del progetto e rimanda al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784080" y="-1554480"/>
            <a:ext cx="3931920" cy="3931920"/>
          </a:xfrm>
          <a:prstGeom prst="ellipse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280160" y="5029200"/>
            <a:ext cx="3383280" cy="3383280"/>
          </a:xfrm>
          <a:prstGeom prst="ellipse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registro che decide quanto caricare domani.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web full-stack per la gestione delle schede di palestra: registrazione delle serie, progressione automatica dei carichi, statistiche di volume e area dedicata al coach.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foglio di carta all’algoritmo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dato c’è, ma resta muto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578608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e carichi annotati su carta o nelle note del telefono, senza storico consultabile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decisione su quanto caricare la seduta successiva è affidata alla memoria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misura oggettiva del volume di lavoro e dei progressi nel tempo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coach non ha visibilità su quello che i suoi atleti fanno davvero in palestra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1B2331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1968" y="1691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L’APPROCCIO IRONLOG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serie registrata sposta il carico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578608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guidata: peso e ripetizioni serie per serie, con timer di recupero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automatica del carico alla chiusura dell’allenamento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su volume, gruppi muscolari e continuità di allenamento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coach assegna le schede ai propri atleti e ne segue i progressi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ruoli, una piattaforma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926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separa i permessi per prefisso di path: /atleta/** e /coach/** non si incrociano mai.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96596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Allenarsi senza pensare a quanto caricare.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886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1605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e allenamenti, sessione live con timer di recupero, storico, statistiche di volume, catalogo esercizi con preferiti.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60020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196596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01968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470648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Seguire i propri atleti da un unico pannello.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3886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41605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clienti, creazione e assegnazione delle schede, statistiche comparate su volume e frequenza.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della progressione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926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che rende l’app diversa da un foglio di calcolo: il carico della prossima seduta lo decide l’applicazione.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8745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4505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la serie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ripetizioni e RPE finiscono nello storico. Il massimale stimato è calcolato al volo con la formula di Epley.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19856" y="16002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8745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1246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24505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l’obiettivo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12464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chiusura della sessione ogni esercizio viene confrontato con le serie e le ripetizioni previste dalla scheda.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89904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72784" y="16002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8745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24505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 aggiornato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centrato: +2,5% arrotondato al disco da 1,25 kg. Altrimenti sale il contatore delle sedute fallite.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42832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25712" y="16002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0" y="18745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4505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Deload automatico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due sedute fallite consecutive il peso scende del 10% e il contatore riparte da zero.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663440"/>
            <a:ext cx="11055096" cy="1417320"/>
          </a:xfrm>
          <a:prstGeom prst="roundRect">
            <a:avLst>
              <a:gd name="adj" fmla="val 7742"/>
            </a:avLst>
          </a:prstGeom>
          <a:solidFill>
            <a:srgbClr val="1B2331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NUMERI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519379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Panca piana, 4×8 a 55 kg.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centrato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56,25 kg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prossima seduta. Due sedute fallite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kg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si riparte. Pesi gestiti con BigDecimal e arrotondati sempre al disco reale; la classe è isolata dal resto e coperta da dieci test unitari.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dashboard dell’atleta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7132320" cy="3758184"/>
          </a:xfrm>
          <a:prstGeom prst="roundRect">
            <a:avLst>
              <a:gd name="adj" fmla="val 2433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6" name="Image 0" descr="/mnt/user-data/uploads/IronLog/docs/screenshots/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6949440" cy="3575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349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desktop. Riepilogo della settimana con allenamenti, volume, serie e giorni consecutivi di attività; in fondo il prossimo allenamento suggerito dalla scheda attiva, pronto da avviare.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17465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56448" y="1691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con la settimana prima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9933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volume viene messo a confronto con i sette giorni precedenti e la variazione percentuale è calcolata dal backend.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1181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56448" y="3063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Chart.js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3649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del volume e distribuzione per gruppo muscolare, con i colori letti dalle variabili CSS del tema attivo.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4897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56448" y="4434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clic per iniziare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47365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prossimo giorno di scheda è calcolato dallo storico: il bottone apre direttamente la sessione.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schede di allenamento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7132320" cy="3730752"/>
          </a:xfrm>
          <a:prstGeom prst="roundRect">
            <a:avLst>
              <a:gd name="adj" fmla="val 2451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6" name="Image 0" descr="/mnt/user-data/uploads/IronLog/docs/screenshots/04-dettaglio-sch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6949440" cy="35478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32180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desktop. Dettaglio di una scheda “Upper Lower”: i giorni di allenamento e, per ogni esercizio, serie, ripetizioni obiettivo, carico corrente e tempo di recupero.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17465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56448" y="1691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a tre livelli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9933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→ giorni → esercizi, con ordinamento esplicito e vincoli di unicità sul database.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1181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56448" y="3063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peso non è fisso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3649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colonna “Peso” è lo stato della progressione: cambia da sola a ogni allenamento concluso.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4897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56448" y="4434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Creata dall’atleta o dal coach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47365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stessa scheda può nascere in autonomia o essere assegnata da un coach: cambia solo l’autore.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palestra, con il telefono in mano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926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stessa applicazione, responsive: dalla sidebar fissa del desktop alla navigazione compatta dello smartphone.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5640" y="1481328"/>
            <a:ext cx="2377440" cy="3886200"/>
          </a:xfrm>
          <a:prstGeom prst="roundRect">
            <a:avLst>
              <a:gd name="adj" fmla="val 3846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7" name="Image 0" descr="/mnt/user-data/uploads/IronLog/docs/screenshots/03-sche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7080" y="1572768"/>
            <a:ext cx="2194560" cy="3703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5640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proprie schede, con quella attiva in evidenza: si sceglie il giorno e si parte.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07128" y="1481328"/>
            <a:ext cx="2377440" cy="3886200"/>
          </a:xfrm>
          <a:prstGeom prst="roundRect">
            <a:avLst>
              <a:gd name="adj" fmla="val 3846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10" name="Image 1" descr="/mnt/user-data/uploads/IronLog/docs/screenshots/05-sessione_recup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572768"/>
            <a:ext cx="2194560" cy="3703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07128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in corso: serie registrate una alla volta e timer di recupero a schermo.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668616" y="1481328"/>
            <a:ext cx="2377440" cy="3886200"/>
          </a:xfrm>
          <a:prstGeom prst="roundRect">
            <a:avLst>
              <a:gd name="adj" fmla="val 3846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13" name="Image 2" descr="/mnt/user-data/uploads/IronLog/docs/screenshots/08-stori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056" y="1572768"/>
            <a:ext cx="2194560" cy="3703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68616" y="5440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degli allenamenti conclusi, con volume e serie di ogni seduta.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e volume di lavoro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417320"/>
            <a:ext cx="7132320" cy="3776472"/>
          </a:xfrm>
          <a:prstGeom prst="roundRect">
            <a:avLst>
              <a:gd name="adj" fmla="val 2421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6" name="Image 0" descr="/mnt/user-data/uploads/IronLog/docs/screenshots/06-statisti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6949440" cy="3593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3675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desktop. Volume totale, serie e media per allenamento sul periodo scelto, con l’andamento nel tempo e la ripartizione per gruppo muscolare.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17465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56448" y="16916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come metrica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9933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per ripetizioni su ogni serie: una misura sola che riassume il lavoro svolto.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1181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56448" y="3063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Settimana o mese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3649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periodo è un parametro dell’endpoint: le aggregazioni sono calcolate dal backend, non nel browser.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48970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56448" y="4434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Squilibri visibili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4736592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ripartizione per gruppo muscolare rende evidente quello che nella scheda si tende a trascurare.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L’area del coach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6926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backend, permessi diversi: il coach vede solo i propri atleti, e ogni query è filtrata su di lui.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600200"/>
            <a:ext cx="5532120" cy="2926080"/>
          </a:xfrm>
          <a:prstGeom prst="roundRect">
            <a:avLst>
              <a:gd name="adj" fmla="val 3125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7" name="Image 0" descr="/mnt/user-data/uploads/IronLog/docs/screenshots/09-coach-clie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5349240" cy="2743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6634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miei clienti: da qui si entra nel dettaglio di un atleta e gli si assegna una nuova scheda.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0488" y="1600200"/>
            <a:ext cx="5532120" cy="2898648"/>
          </a:xfrm>
          <a:prstGeom prst="roundRect">
            <a:avLst>
              <a:gd name="adj" fmla="val 3155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pic>
        <p:nvPicPr>
          <p:cNvPr id="10" name="Image 1" descr="/mnt/user-data/uploads/IronLog/docs/screenshots/10-coach-statisti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91640"/>
            <a:ext cx="5349240" cy="27157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81928" y="46634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clienti: schede assegnate e allenamenti degli ultimi 30 giorni, per capire chi sta seguendo il programma.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5321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L’atleta sceglie il proprio coach in fase di registrazione: da quel momento le schede assegnate compaiono nella sua area, con l’indicazione dell’autore.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 sicurezza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482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32504" y="2011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0482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stateless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8080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836408" y="2011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74736" y="1572768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9056" y="1719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0482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via JPA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Hibernate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B2331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310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 tre livelli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749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Repository, con i servizi definiti da interfacce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entità JPA non escono mai: DTO distinti per richiesta e risposta, conversione nei mapper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sempre filtrate sull’utente autenticato: l’isolamento dei dati sta nella query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@RestControllerAdvice traduce le eccezioni di dominio in risposte JSON uniformi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0632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B2331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3310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stateless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3749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 implementa UserDetails; password cifrate con BCrypt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login viene firmato un JWT HMAC-SHA256, restituito nell’header Authorization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filtro dedicato valida il token a ogni richiesta e delega gli errori al gestore globale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Autorizzazione per prefisso di path, sessione HTTP disabilitata, CORS da variabile d’ambiente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tecnologie sotto il cofano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70048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MVC — API REST e configurazione dell’applicazione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— autenticazione stateless e ruoli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— persistenza su MySQL 8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— validazione automatica delle richieste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— entità e DTO senza codice ripetitivo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— test unitari sul calcolatore della progressione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— build e gestione delle dipendenze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72768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161D29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01968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· TypeScript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670048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— una pagina per funzionalità, tredici in tutto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 interceptor — rotte protette per ruolo e token allegato a ogni chiamata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— gestione reattiva delle chiamate HTTP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grafici di volume e gruppi muscolari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e Bootstrap Icons — griglia responsive e icone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IronLog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16756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663440"/>
            <a:ext cx="3474720" cy="3474720"/>
          </a:xfrm>
          <a:prstGeom prst="ellipse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la serie,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carico ci pensa IronLog.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Spring Security · JWT · JPA · MySQL · Angular 19 · TypeScript · Chart.js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e documentazione: github.com/DavidDeNicola/IronLog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IronLog</dc:title>
  <dc:subject>PptxGenJS Presentation</dc:subject>
  <dc:creator>David De Nicola</dc:creator>
  <cp:lastModifiedBy>David De Nicola</cp:lastModifiedBy>
  <cp:revision>1</cp:revision>
  <dcterms:created xsi:type="dcterms:W3CDTF">2026-09-10T16:59:49Z</dcterms:created>
  <dcterms:modified xsi:type="dcterms:W3CDTF">2026-09-10T16:59:49Z</dcterms:modified>
</cp:coreProperties>
</file>